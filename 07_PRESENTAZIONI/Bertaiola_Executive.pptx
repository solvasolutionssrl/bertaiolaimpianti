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303520"/>
            <a:ext cx="4572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TECNICA · v2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SOLVA × Cantiera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Bertaiola Impianti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documenti e lavori — Multitenant SaaS, UE/GDPR, mobile-first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Pubblico tecnico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Solutions  ·  Dicembre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contesto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lavorazioni, 20 utenti, file sparsi tra NAS, Drive e Freshdesk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91440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lavorazioni tipiche per commessa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645920"/>
            <a:ext cx="91440" cy="1554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044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 (5 ufficio + 15 tecnici)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45920"/>
            <a:ext cx="91440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5508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commesse anno (50 file medi/commessa)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0" y="1645920"/>
            <a:ext cx="91440" cy="1554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GB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8972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archivio attuale, +20 GB/anno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87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non funziona oggi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88720" y="42976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sparsi: NAS locale + album Google Foto linkati a Freshdesk + cartelle email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alberatura standard per commessa → ricerca lenta, errori frequenti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app per i tecnici: foto a mano dal titolare con iPhone, poi caricate "a fine giornata"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automazione su upload mancanti / requisiti pre-chiusura lavoro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e adempimenti normativi tracciati manualmente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proposta in 3 mosse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Un'unica piattaforma che parla a ufficio, tecnici e clienti finali — niente VPN, niente SharePoint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Archivio intelligente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Cartelle standardizzate create automaticamente per ogni commessa, sincronizzate sui 5 PC ufficio come unità di rete classica.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Storage Share · UE/GDPR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61688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1645920"/>
            <a:ext cx="36576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2860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6008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mobile per i tecnici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36008" y="36576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15 tecnici scattano foto da cantiere, vedono fasi e disegni, ricevono notifiche. Senza VPN, senza complicazioni.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36008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· iOS + Android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66176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1645920"/>
            <a:ext cx="36576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40496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28600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40496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Freshdesk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540496" y="36576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ticket → cartella + commessa creata in automatico. Notifiche su upload mancanti, scadenze DICO, fasi in attesa.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540496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nativo · Edge function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— vista d'insieme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superfici utente, un backend gestito, hosting 100% 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1188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Web Ufficio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PC Windows · titolare + amministrative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Vercel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657600" cy="1188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App Tecnici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44568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iPhone · in cantiere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44568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 · React Native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66176" y="1554480"/>
            <a:ext cx="3657600" cy="1188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Portale Cliente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49056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 Bertaiola · consultazione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49056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magic-link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2743200"/>
            <a:ext cx="0" cy="45720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90488" y="2743200"/>
            <a:ext cx="0" cy="45720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94976" y="2743200"/>
            <a:ext cx="0" cy="45720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28800" y="3200400"/>
            <a:ext cx="85039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200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· Auth · Realtime · Logica multitenant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36576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(Frankfurt EU) — Postgres + Edge Functions + RLS multitenant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4023360"/>
            <a:ext cx="0" cy="36576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44805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61772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Hetzner Storage Share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 managed · Falkenstein (DE) · GDPR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" y="5349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Cartelle commesse sincronizzate sui 5 PC ufficio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a ~€5/mese, scalabile a 5 TB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WebDAV + REST API per la app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17920" y="44805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61772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494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Freshdesk (esistente)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94944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nativo · automazioni admin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537960" y="5349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ticket → commessa + cartelle auto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bidirezionale (campo custom)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MVP — manualmente da subito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Cantiera e non SharePoint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pivot rispetto alla proposta v1 — più leggero, più tuo, più scalabile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— SharePoint + M365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licenze M365 a regime (~€200/mese = €2.400/anno)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pesante: identity, governance, tenant M365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Microsoft (esci, perdi tutto)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multitenant — non rivendibile ad altri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SharePoint non è "cartelle alla vecchia"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✖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generica, nessun flusso foto cantiere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54864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54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— Cantiera (SOLVA)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~€1.000/anno, niente licenze ricorrenti per utente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leggero: 1 mese dal kickoff a go-live MVP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sotto (Nextcloud + Postgres), dati portabili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nativo → SOLVA può rivenderlo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desktop Nextcloud = cartelle navigabili classiche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✔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pensata per il flusso foto cantiere reale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scelte per velocità di sviluppo, costo basso, sovranità dati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file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Hetzner Storage Share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 managed, EU/GDPR, sync desktop, ~€5/mese 1TB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6459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19272" y="164592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935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502152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Pro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2152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Realtime, Frankfurt EU, $25/mese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81344" y="16459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81344" y="164592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745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21424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ufficio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364224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+ Vercel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64224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zero-config, $20/mese seat, edge network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43416" y="16459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043416" y="164592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18745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83496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226296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 (React Native)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26296" y="2880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 senza review App Store, MVP rapido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886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" y="388620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40080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 Push + Resend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640080" y="5120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iOS/Android nativi + email transactional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319272" y="3886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319272" y="388620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411480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959352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search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502152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OCR + Postgres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3502152" y="5120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$1/1000 pagine, full-text trigram + ricerca AI futura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181344" y="3886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181344" y="388620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114800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21424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6364224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TLS + RLS + DPA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6364224" y="5120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Cifratura, isolamento tenant, accordi GDPR firmati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9043416" y="388620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043416" y="388620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4114800"/>
            <a:ext cx="365760" cy="36576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683496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9226296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+ EAS + Sentry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9226296" y="5120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standard, build cloud mobile, monitoring errori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a milestone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MVP in 1 mese · espansione modulare nei mesi successivi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1124712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502152"/>
            <a:ext cx="365760" cy="365760"/>
          </a:xfrm>
          <a:prstGeom prst="ellipse">
            <a:avLst/>
          </a:prstGeom>
          <a:solidFill>
            <a:srgbClr val="1E40A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 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infra, brand, repo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3502152"/>
            <a:ext cx="365760" cy="365760"/>
          </a:xfrm>
          <a:prstGeom prst="ellipse">
            <a:avLst/>
          </a:prstGeom>
          <a:solidFill>
            <a:srgbClr val="D9770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55448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55448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1-4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 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ufficio + app foto + sync Nextcloud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3502152"/>
            <a:ext cx="365760" cy="365760"/>
          </a:xfrm>
          <a:prstGeom prst="ellipse">
            <a:avLst/>
          </a:prstGeom>
          <a:solidFill>
            <a:srgbClr val="D9770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55448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55448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5-6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+ notifiche + ricerca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66760" y="3502152"/>
            <a:ext cx="365760" cy="365760"/>
          </a:xfrm>
          <a:prstGeom prst="ellipse">
            <a:avLst/>
          </a:prstGeom>
          <a:solidFill>
            <a:srgbClr val="94A3B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55448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554480"/>
            <a:ext cx="73152" cy="1828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7-8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2668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2668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 cliente (opzionale)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698480" y="3502152"/>
            <a:ext cx="365760" cy="365760"/>
          </a:xfrm>
          <a:prstGeom prst="ellipse">
            <a:avLst/>
          </a:prstGeom>
          <a:solidFill>
            <a:srgbClr val="94A3B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554480"/>
            <a:ext cx="2103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0" y="1554480"/>
            <a:ext cx="73152" cy="1828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9+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Estensioni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Preventivi · rapportini · manutenzioni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succede dopo il go-live</a:t>
            </a:r>
            <a:endParaRPr lang="en-US" sz="16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37760"/>
            <a:ext cx="228600" cy="2286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05156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1 post-live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11480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Presenza on-site SOLVA, formazione ufficio (1-2h) + tecnici (30min)</a:t>
            </a:r>
            <a:endParaRPr lang="en-US" sz="120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349240"/>
            <a:ext cx="228600" cy="22860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05156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Sett. 2-4 post-live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114800" y="5303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UX su feedback reale, fix rapidi via EAS Update (no review Apple)</a:t>
            </a:r>
            <a:endParaRPr lang="en-US" sz="12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60720"/>
            <a:ext cx="228600" cy="22860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05156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 2+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411480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 manutenzione SOLVA · evolutive trimestrali · aggiornamenti sicurezza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Costi anno 1 — pacchetto consigliato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"Full v1" = Sprint 0 + MVP + Sprint 2 + Infra + Manutenzione Standard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37160" cy="4114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PACCHETTO ANNO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€ 19.650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IVA  ·  chiavi in mano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2 a regime: ~€ 4.150/anno (infra + canone)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554480"/>
            <a:ext cx="5943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DETTAGLIO VOCI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14884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— Setup (25 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278892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Web + Mobile + Sync (140 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€ 9.900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342900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Freshdesk + Notifiche + Cerca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€ 5.600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406908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Infrastruttura gestita (anno 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€ 1.150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470916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 SOLVA Standard (12 mesi)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€ 3.000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strutturale anno 2+ vs v1 SharePoint: ~€2.400/anno di licenze M365 evitate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Chiarezza di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è dentro, cosa è fuori, cosa è opzionale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DENTRO 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ufficio: dashboard, lista, dettaglio commessa, fasi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foto cantiere (iOS + Android)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Cartelle automatiche standard per commessa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desktop 5 PC ufficio (Nextcloud)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+ branding Bertaiola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login email/password custom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55448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554480"/>
            <a:ext cx="365760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DENTRO POST-MVP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008" y="23774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Freshdesk (webhook automatico)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notifiche email + push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documenti full-text + OCR PDF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Migrazione foto storiche da Google Drive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 cliente finale (opzionale)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Preventivi &amp; rapportini (opzionale)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55448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66176" y="1554480"/>
            <a:ext cx="365760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FUORI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0496" y="2377440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magazzino / materiali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fatturazione (no integrazione attuale)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real-time Office multi-utente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reale mobile (sync al rientro)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Manutenzioni programmate caldaie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Listini ANGAISA, BIM, CAD heavy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× Cantiera  ·  Bertaiola Impianti  ·  Executive Summary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Prossimi passi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serve da Bertaiola per partire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brand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3957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del nome prodotto fra Cantiera · Posa · ImpiantOS (consigliato Cantiera)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scope MVP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3172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feature in / out per i primi 4 weeks di sviluppo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8288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preventivo Pacchetto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950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+ MVP + Sprint 2 + Infra + Manutenzione Standard = € 19.650 + IVA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Freshdesk + NAS attuale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727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audit e migrazione dati esistenti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82880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sviluppo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5504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inizia entro 5 giorni dalla firma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309360"/>
            <a:ext cx="112471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 Solutions  ·  Pronti a partire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SOLVA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SOLVA × Cantiera per Bertaiola Impianti — Executive</dc:title>
  <dc:subject>PptxGenJS Presentation</dc:subject>
  <dc:creator>SOLVA Solutions</dc:creator>
  <cp:lastModifiedBy>SOLVA Solutions</cp:lastModifiedBy>
  <cp:revision>1</cp:revision>
  <dcterms:created xsi:type="dcterms:W3CDTF">2026-05-10T20:02:11Z</dcterms:created>
  <dcterms:modified xsi:type="dcterms:W3CDTF">2026-05-10T20:02:11Z</dcterms:modified>
</cp:coreProperties>
</file>