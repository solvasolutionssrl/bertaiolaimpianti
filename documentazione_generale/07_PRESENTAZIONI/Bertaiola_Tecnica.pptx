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Arial"/>
              </a:rPr>
              <a:t>Costi annui per servizio (€/anno)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annuo (€)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Supabase Pro</c:v>
                  </c:pt>
                  <c:pt idx="1">
                    <c:v>Vercel Pro</c:v>
                  </c:pt>
                  <c:pt idx="2">
                    <c:v>Expo EAS</c:v>
                  </c:pt>
                  <c:pt idx="3">
                    <c:v>Resend</c:v>
                  </c:pt>
                  <c:pt idx="4">
                    <c:v>Hetzner SS</c:v>
                  </c:pt>
                  <c:pt idx="5">
                    <c:v>Backup R2</c:v>
                  </c:pt>
                  <c:pt idx="6">
                    <c:v>Dominio</c:v>
                  </c:pt>
                  <c:pt idx="7">
                    <c:v>OCR Mistral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276</c:v>
                </c:pt>
                <c:pt idx="1">
                  <c:v>216</c:v>
                </c:pt>
                <c:pt idx="2">
                  <c:v>204</c:v>
                </c:pt>
                <c:pt idx="3">
                  <c:v>216</c:v>
                </c:pt>
                <c:pt idx="4">
                  <c:v>60</c:v>
                </c:pt>
                <c:pt idx="5">
                  <c:v>24</c:v>
                </c:pt>
                <c:pt idx="6">
                  <c:v>30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DOCUMENTAZIONE TECNICA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Cantiera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multitenant per SaaS verticale impiantisti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Vercel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074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 · React Native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7000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· Postgres + RLS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926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Hetzner · Nextcloud managed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 OCR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5778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Resend · Expo Push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1.0  ·  SOLVA Solutions  ·  Dicembre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logica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superfici utente · API gateway Supabase · backend Nextcloud · integrazione Freshdesk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Ufficio (PWA)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14 · Vercel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61688" y="1417320"/>
            <a:ext cx="36576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44568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 · React Native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66176" y="1417320"/>
            <a:ext cx="36576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9056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Portale Cliente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49056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magic-link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331720"/>
            <a:ext cx="0" cy="32004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90488" y="2331720"/>
            <a:ext cx="0" cy="32004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94976" y="2331720"/>
            <a:ext cx="0" cy="32004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112471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Edge Functions  ·  REST  ·  Realtime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Frankfurt EU · Auth + JWT custom claims (tenant_id, role) · Edge Functions Deno · Realtime subscriptions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3566160"/>
            <a:ext cx="0" cy="36576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3566160"/>
            <a:ext cx="0" cy="36576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18320" y="3566160"/>
            <a:ext cx="0" cy="36576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40233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60520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300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4300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RLS multitenant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" y="4754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relazionale: tenants, users, commesse, fasi, file_refs, audit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361688" y="40233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4160520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47488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Nextcloud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5047488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Hetzner Storage Share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544568" y="4754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backend + sync desktop ufficio (WebDAV/REST)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266176" y="402336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4160520"/>
            <a:ext cx="411480" cy="4114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951976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Supabase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8951976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thumbnail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449056" y="4754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foto + asset statici app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57200" y="562356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760720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9728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Freshdesk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109728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 → Edge Function (creazione commessa)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217920" y="562356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760720"/>
            <a:ext cx="365760" cy="36576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85800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OCR · Anthropic (futuro)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858000" y="5989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 PDF on-demand · ricerca semantica (Sprint 3)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Multitenancy — strategia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Postgres + folder isolation Nextcloud · isolamento per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condiviso, dati isolati per tenant_id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Schema condiviso multi-tenant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commesse (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uuid PRIMARY KEY,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1693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tenant_id   uuid NOT NULL,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2724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codice      text,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cliente     text,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9684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7880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commesse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 ROW LEVEL SECURITY;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59943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80974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tenant_isolation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02005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commesse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23036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(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tenant_id::text =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65099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auth.jwt() -&gt;&gt; 'tenant_id'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86130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Folder isolation Nextcloud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00800" y="2194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istanza Storage Share per tenant (subdomain dedicato)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cloud.bertaiolaimpianti.it/  → tenant 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28986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cloud.rossiimpianti.it/      → tenant B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0" y="31912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cloud.demo.cantiera.app/     → demo SOLVA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0" y="3474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branding, quote, backup separati per tenant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17920" y="393192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69080"/>
            <a:ext cx="457200" cy="4572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9494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nuovo tenant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400800" y="4572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SOLVA · ~10 minuti end-to-end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400800" y="489204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INSERT tenants (id, nome, slug, brand_color)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400800" y="514807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 Hetzner: provision Storage Share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400800" y="540410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CNAME su Cloudflare DNS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400800" y="566013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seed utenti admin + email invite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400800" y="591616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branding (logo + colori) caricato dal cliente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Modello dati — schema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principali · relazioni 1:N · index trigram per ricerca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brand_color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nextcloud_url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554480"/>
            <a:ext cx="36576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0574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tenant_id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54480"/>
            <a:ext cx="36576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commesse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0574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tenant_id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codice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responsabile_user_id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freshdesk_ticket_id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nextcloud_folder_path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06240"/>
            <a:ext cx="36576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24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7091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commessa_id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 (1 di 38)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min_foto_richieste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4206240"/>
            <a:ext cx="36576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224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file_refs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34840" y="47091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commessa_id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fase_id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nextcloud_path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mime, size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exif: taken_at, geo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ocr_status, ocr_text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4206240"/>
            <a:ext cx="36576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4224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notifiche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47091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tenant_id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FK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(jsonb)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— Hetzner Storage Share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Nextcloud managed · Falkenstein (DE) · GDPR · sync desktop nativo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 HETZNER STORAGE SHARE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66344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01368" y="196596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62656" y="196596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23944" y="196596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€/mese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466344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NX11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01368" y="24688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62656" y="24688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23944" y="24688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NX21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01368" y="297180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62656" y="297180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23944" y="297180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NX31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01368" y="347472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TB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62656" y="347472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23944" y="347472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Bertaiola anno 1-3 — NX11 (50→200 GB)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istantaneo a NX21 senza interruzione → margine 5x sui volumi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CARATTERISTICHE CHIAVE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✔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 illimitati, quote per utente/gruppo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✔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WebDAV + REST per la app SOLVA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✔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ZFS multi-snapshot inclusi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1463040"/>
            <a:ext cx="594360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ALBERATURA AUTOMATICA PER COMMESSA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Generata via WebDAV API alla creazione commessa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2286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/commesse/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25786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BER-2026-001-RossiMario/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28712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00_anagrafica/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1638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01_preventivo/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34564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02_disegni_DICO/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3749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03_foto_prima_lavoro/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041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04_foto_in_corso/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43342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05_foto_fine_lavoro/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0" y="46268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06_DICO_compilato/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0" y="4919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07_allacci/         # SAT, CIRCE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0" y="5212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08_collaudi/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43600" y="55046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99_archivio/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 — Expo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con New Architecture · iOS + Android · OTA updates senza review App Store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 native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Scatto rapido + EXIF (geo, timestamp) + tag fase + categoria (prima/in_corso/fine)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19272" y="15087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6916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47872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background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47872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resiliente: foto carica anche se chiudi l'app; thumbnail in cache locale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81344" y="15087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6916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9944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notifications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9944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Push Service (gratis, iOS + Android) collegato a regole notifica Postgres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43416" y="15087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16916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72016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 updates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272016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Update push fix JS senza passare per review Apple — riduce drasticamente cicli di iterazione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"Scatta foto cantiere"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40080" y="4297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Tap commessa BER-2026-001 dalla lista personali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0080" y="45902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Tap fase "Impianto sanitario" → "Aggiungi foto"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48828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Camera nativa iOS → scatto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51755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Selezione momento (prima · in_corso · fine)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54681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Upload background → Nextcloud + thumb Supabase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Realtime: count foto si aggiorna ovunque (web ufficio)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217920" y="3840480"/>
            <a:ext cx="548640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0080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EXPO E NON FLUTTER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400800" y="42976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JS condiviso col frontend web → riuso tipi/componenti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MVP rapidi Expo è la scelta dominante (no Xcode locale)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Update bypassa la review App Store per fix JS-only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pool JS molto più grande di Dart in Italia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Supabase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 + Realtime + Edge Functions · region Frankfurt EU · pricing prevedibile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relazionale completo · RLS multitenant · full-text trigram · extension vector pronta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custom · JWT con claim tenant_id · magic-link per portale cliente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79476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69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Functions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 · webhook Freshdesk, notifiche, OCR pipeline, alberatura cartelle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493776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12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Realtime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2588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Postgres changes · UI live updates (count foto, fasi)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675120" y="1508760"/>
            <a:ext cx="50292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8580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SUPABASE PRO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85800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$ 25 / mese</a:t>
            </a:r>
            <a:endParaRPr lang="en-US" sz="3600" dirty="0"/>
          </a:p>
        </p:txBody>
      </p:sp>
      <p:sp>
        <p:nvSpPr>
          <p:cNvPr id="23" name="Text 17"/>
          <p:cNvSpPr/>
          <p:nvPr/>
        </p:nvSpPr>
        <p:spPr>
          <a:xfrm>
            <a:off x="68580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incluse (ampiamente sufficienti per Bertaiola):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04088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GB database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040880" y="3447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 file storage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040880" y="3739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100.000 MAU autenticazione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040880" y="4032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GB egress mensile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040880" y="4325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PITR inclusi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858000" y="4709160"/>
            <a:ext cx="45720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8580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 prevedibili: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85800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egress $0.09/GB · storage $0.021/GB · MAU $0.00325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85800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Bertaiola stima: $25/mese stabili per i primi 2 anni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Integrazione Freshdesk — sequence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rule "ticket created" · webhook → Edge Function → commessa + alberatura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Freshdesk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1965960"/>
            <a:ext cx="0" cy="4206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834640" y="1417320"/>
            <a:ext cx="2103120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Function (Supabase)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965960"/>
            <a:ext cx="0" cy="4206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20640" y="1417320"/>
            <a:ext cx="2103120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0" cy="4206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406640" y="1417320"/>
            <a:ext cx="2103120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Nextcloud (Hetzner)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58200" y="1965960"/>
            <a:ext cx="0" cy="4206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692640" y="1417320"/>
            <a:ext cx="2103120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Bertaiola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744200" y="1965960"/>
            <a:ext cx="0" cy="4206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600200" y="2331720"/>
            <a:ext cx="2286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508760" y="2039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webhook (ticket payload)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86200" y="2880360"/>
            <a:ext cx="2286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94760" y="2587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commesse (stato=bozza)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86200" y="3429000"/>
            <a:ext cx="4572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794760" y="3136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MKCOL /commesse/&lt;codice&gt;/* (WebDAV)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00200" y="3977640"/>
            <a:ext cx="2286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triangl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50876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ticket custom field (link commessa)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4526280"/>
            <a:ext cx="4572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080760" y="4233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Realtime: nuova commessa appare in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58200" y="5074920"/>
            <a:ext cx="2286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366760" y="4782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 desktop: cartelle appaiono sui 5 PC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in caso di webhook non ricevuto, pulsante "Crea da ticket" in dashboard chiama Freshdesk API per il fetch sincrono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Sicurezza &amp; GDPR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100% UE · cifratura end-to-end · isolamento tenant · audit trail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91440" cy="2148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Cifratura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ovunque · AES-256 at rest su Supabase e Nextcloud · password hash bcrypt/argon2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1688" y="15087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1688" y="1508760"/>
            <a:ext cx="91440" cy="2148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37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Isolamento dati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6008" y="2377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Postgres a livello query · istanza Nextcloud dedicata per tenant · vault Supabase per credenziali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66176" y="15087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66176" y="1508760"/>
            <a:ext cx="91440" cy="2148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7373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MFA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0496" y="2377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email+password custom · MFA opzionale per admin · JWT short-lived + refresh token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84048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840480"/>
            <a:ext cx="91440" cy="2148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690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log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" y="4709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audit_events: chi/cosa/quando · Sentry per errori applicativi · log Hetzner per file ops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61688" y="384048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61688" y="3840480"/>
            <a:ext cx="91440" cy="2148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0690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residency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36008" y="4709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Frankfurt (EU-Central-1) · Hetzner Falkenstein (DE) · zero traffico fuori UE per produzione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66176" y="384048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66176" y="3840480"/>
            <a:ext cx="91440" cy="2148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06908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0576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Conformità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540496" y="4709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Hetzner + Supabase firmabili · GDPR art. 28 · backup 10 anni per DICO compliance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tecnica per sprint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SOLVA stimato · ~€ 65/h tariffa media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9144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SP-0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infrastruttura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600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Domini, NC, Supabase, Vercel, EAS, repo monorepo, branding minimo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0" y="1600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9144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SP-1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— 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multitenant, web ufficio (dashboard, lista, dettaglio), mobile (foto), sync desktop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0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 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9144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SP-2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Integrazione &amp; UX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1546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Freshdesk, notifiche email/push, ricerca full-text + OCR opt-in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0"/>
            <a:ext cx="91440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SP-3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9164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Portale cliente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931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auth, UI white-label, integrazione "Richiedi intervento" (opzionale)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0" y="3931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617720"/>
            <a:ext cx="91440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SP-4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9164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Preventivi &amp; rapport.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709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preventivo, listini base, mobile rapportini ore + export CSV (opzionale)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0" y="4709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 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394960"/>
            <a:ext cx="91440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486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SP-5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5486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Manutenzioni / impiantix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5486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manutenzioni nativo o integrazione impiantix.app — da decidere post MVP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15600" y="5486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h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Stima costi infrastruttura — anno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servizi gestiti SOLVA · listini ufficiali Q1-Q2 2026 · IVA esclusa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772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463040"/>
            <a:ext cx="32004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BASE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1965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€ 1.032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6868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anno · IVA escl.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0" y="3291840"/>
            <a:ext cx="28346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MARK-UP SOLVA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686800" y="4251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contratti + variazioni listino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0" y="4754880"/>
            <a:ext cx="28346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0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 CLIENTE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5212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€ 1.150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per nuovo tenant SaaS: ~€10/mese (storage NX11 + email)  →  margine alto rivendendo a clienti futuri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Documentazione tecnica  ·  Bertaiola Impianti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 tecniche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che restano aperti e meritano discussione in call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Q01 · Webhook Freshdesk in MVP o post-MVP?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Sprint 2. Se cliente vuole automation dal day-1, anticipiamo a Sprint MVP (+15 h)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Q02 · 1 istanza Nextcloud per tenant vs group folders?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729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istanza per tenant (semplicità, branding). Group folders quando passiamo 10+ tenant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Q03 · OCR sempre attivo o opt-in per documento?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858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via checkbox "Indicizza testo" sull'upload. Costo trascurabile ma riduce latenza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Q04 · Migrazione album Google Foto storici?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544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ad-hoc Sprint 2 (~5 GB stimati). Mapping ticket → commessa con UI di conferma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Q05 · Offline mobile in fase 2?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ha detto non serve subito. Architettura compatibile (queue local-first) se richiesto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Q06 · Backup off-site (oltre Hetzner ZFS)?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9161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Sì: script settimanale su Cloudflare R2 (€2/mese), retention 4 settimane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4712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Solutions  ·  Cantiera  ·  Documentazione tecnica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SOLVA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SOLVA × Cantiera — Documentazione Tecnica</dc:title>
  <dc:subject>PptxGenJS Presentation</dc:subject>
  <dc:creator>SOLVA Solutions</dc:creator>
  <cp:lastModifiedBy>SOLVA Solutions</cp:lastModifiedBy>
  <cp:revision>1</cp:revision>
  <dcterms:created xsi:type="dcterms:W3CDTF">2026-05-10T20:07:23Z</dcterms:created>
  <dcterms:modified xsi:type="dcterms:W3CDTF">2026-05-10T20:07:23Z</dcterms:modified>
</cp:coreProperties>
</file>